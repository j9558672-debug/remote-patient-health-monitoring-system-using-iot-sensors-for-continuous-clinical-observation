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Krona One" panose="020B0604020202020204" charset="0"/>
      <p:regular r:id="rId11"/>
    </p:embeddedFont>
    <p:embeddedFont>
      <p:font typeface="Lexend" panose="020B0604020202020204" charset="0"/>
      <p:regular r:id="rId12"/>
    </p:embeddedFont>
    <p:embeddedFont>
      <p:font typeface="Lexend Medium" panose="020B0604020202020204" charset="0"/>
      <p:regular r:id="rId13"/>
    </p:embeddedFont>
    <p:embeddedFont>
      <p:font typeface="Martian Mono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8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168400"/>
            <a:ext cx="530846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HEALTHCARE TECHNOLOGY · ACADEMIC PROJECT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688306"/>
            <a:ext cx="5308467" cy="31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Remote Patient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Health Monitoring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5144591"/>
            <a:ext cx="530846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Connected sensing, secure communication, and actionable alerts for continuous clinical observation.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94724-76A5-020B-144F-49BC4DA9D241}"/>
              </a:ext>
            </a:extLst>
          </p:cNvPr>
          <p:cNvSpPr txBox="1"/>
          <p:nvPr/>
        </p:nvSpPr>
        <p:spPr>
          <a:xfrm>
            <a:off x="9563878" y="6211669"/>
            <a:ext cx="2472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JERRIPOTHULA GANESH</a:t>
            </a:r>
          </a:p>
          <a:p>
            <a:r>
              <a:rPr lang="en-IN" b="1" dirty="0">
                <a:solidFill>
                  <a:schemeClr val="bg1"/>
                </a:solidFill>
              </a:rPr>
              <a:t>323129520064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GAP IN PERIODIC CARE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Periodic checkups leave dangerous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patient can change between scheduled visits, while a manual assessment may reveal deterioration only after it has become difficult to miss.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278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6278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Change happens between visits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6278" y="4747419"/>
            <a:ext cx="292092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Chronic illness, elderly, and post-operative patients can change between scheduled visits.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8691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5384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5384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Sudden deterioration is hard to detect early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5384" y="4747419"/>
            <a:ext cx="292092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Manual assessments make sudden deterioration difficult to detect early.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7797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490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490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Teams need a continuous view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490" y="4747419"/>
            <a:ext cx="292092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Healthcare teams need continuous visibility and faster escalation.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66068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CONNECTED SENSING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87934"/>
            <a:ext cx="543040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IoT sensors turn vital signs into a live patient picture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616200"/>
            <a:ext cx="761981" cy="762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284" y="2616200"/>
            <a:ext cx="761981" cy="762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983" y="2616200"/>
            <a:ext cx="761981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585" y="4240510"/>
            <a:ext cx="5430404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Heart rate, body temperature, and blood oxygen sensors collect recurring readings. An IoT communication module transmits measurements from the patient to the monitoring platform. Cloud-based storage supports centralized access and historical review.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7106663" y="0"/>
            <a:ext cx="5085032" cy="6858000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bedside reading to clinical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platform turns recurring measurements into a defined response path.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836194"/>
            <a:ext cx="1067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585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Sense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5014119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Sense vital signs continuously.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67013" y="3836194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67013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1" name="Text 9"/>
          <p:cNvSpPr/>
          <p:nvPr/>
        </p:nvSpPr>
        <p:spPr>
          <a:xfrm>
            <a:off x="3467013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Transmit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67013" y="5014119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Transmit readings securely in real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24442" y="3836194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24442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Compare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24442" y="5014119"/>
            <a:ext cx="240024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values with configured health thresholds.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1870" y="3836194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81870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81870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Notify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1870" y="5014119"/>
            <a:ext cx="240024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Notify the right responder when an abnormal condition is detected.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82161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One dashboard keeps every patient signal in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137866"/>
            <a:ext cx="5821614" cy="393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Real-time vital parameters and patient status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Historical trends for ongoing clinical observation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Alert history for follow-up and accountability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Device performance information to identify connectivity or sensor 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324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922" y="19050"/>
            <a:ext cx="465572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1452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ESCALATION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436390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Emergency alerts shorten the path to intervention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555776"/>
            <a:ext cx="87637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313680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Detect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686076"/>
            <a:ext cx="34289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Abnormal readings trigger automated notifications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95688" y="2555776"/>
            <a:ext cx="991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95688" y="3136801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Route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95688" y="3686076"/>
            <a:ext cx="3200320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Doctors, caregivers, or emergency contacts can be selected by escalation policy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53196" y="2555776"/>
            <a:ext cx="991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53196" y="313680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53196" y="3686076"/>
            <a:ext cx="34289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Clear alert status helps teams prioritize urgent cases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60743" y="2555776"/>
            <a:ext cx="12700" cy="3187601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8252" y="2555776"/>
            <a:ext cx="12700" cy="3187601"/>
          </a:xfrm>
          <a:prstGeom prst="rect">
            <a:avLst/>
          </a:prstGeom>
          <a:solidFill>
            <a:srgbClr val="27E0E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48234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CARE BEYOND THE HOSPITAL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270099"/>
            <a:ext cx="543040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platform fits care beyond the hospital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389485"/>
            <a:ext cx="5430404" cy="3520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Hospitals and clinics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Elderly care centers and home healthcare services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Post-operative follow-up and telemedicine programs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Scalable architecture for multiple patients, devices, and care teams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032" cy="6858000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CLINICAL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Continuous observation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makes timely care possible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494955"/>
            <a:ext cx="10972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system extends clinical oversight beyond scheduled encounters by connecting sensing, communication, and response.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8179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Earlier awareness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Improves patient safety through earlier awareness of change.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14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509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Prompt intervention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509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Supports early detection and prompt medical intervention.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6838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Remote oversight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76838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Extends clinical oversight into homes and remote settings.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96167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96167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Connected response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96167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Combines connected sensing, secure communication, and actionable alerts.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415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Krona One</vt:lpstr>
      <vt:lpstr>Lexend Medium</vt:lpstr>
      <vt:lpstr>Arial</vt:lpstr>
      <vt:lpstr>Martian Mono Medium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lohit</dc:creator>
  <cp:lastModifiedBy>lohitha.gudla@hotmail.com</cp:lastModifiedBy>
  <cp:revision>2</cp:revision>
  <dcterms:created xsi:type="dcterms:W3CDTF">2026-10-05T08:21:07Z</dcterms:created>
  <dcterms:modified xsi:type="dcterms:W3CDTF">2026-10-05T09:18:56Z</dcterms:modified>
</cp:coreProperties>
</file>